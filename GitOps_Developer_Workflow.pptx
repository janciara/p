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42629bb-f40b-0681-61b0-822b2049f0e5}">
          <p14:sldIdLst>
            <p14:sldId id="256"/>
            <p14:sldId id="257"/>
            <p14:sldId id="258"/>
            <p14:sldId id="259"/>
            <p14:sldId id="260"/>
          </p14:sldIdLst>
        </p14:section>
        <p14:section name="Scenarios" id="{aad547d9-6e57-4486-b0d6-47c4495314a7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3f9c3d5f-516a-ecf2-46d4-95cec5389d82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intro: who you are, what this is.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 will onboard us to GitOps. Today I want to show how your daily work changes. There's no installation or cluster magic today. I'll show you what you'll be doing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CI is in good shape. What changes is only the last step: who pushes a change to an environment, and how. Today Jenkins does both: it builds and it deploys.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Jenkins still builds the images. But what runs on an environment is decided by a file in Git, and Argo CD makes sure the cluster matches it. Note the direction: Argo CD pulls from Git, nobody pushes into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first draft, not the target design. It just shows where things would live. Plain YAML, placeholder values only. Optionally switch to Bitbucket for a moment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open the PR, show the one-line diff, merge. Say: Promotion is a one-line PR. Someone reviewed it, it's in the history, and Argo CD does the rest. After the merge, Argo CD would notice the change and sync environment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show slot.yaml in the PR. Say: Booking an environment becomes a file. You can see who has it, why, and until when. When the slot expires or the feature is released, removing the file returns aiplatform-a to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blame view on services.yaml in Bitbucket. Say: 'What broke R this morning?' becomes a ten-second question in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Revert button on the PR. Say: A rollback is just another PR, with history and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only, no live part. Say: Manual fixes on the cluster stop being invisible. They either go into Git or they get reverted.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You'll open PRs to the config repo instead of running deploy jobs. Your code repos and Jenkins CI stay exactly as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deliberately leaving these for later. Secrets stay where they are today; they never go into Git in plain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questions down and record them in LP-3818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GitOps developer workflow  ·  LP-3818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ARI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GitOps developer workflow  ·  LP-3818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GitOps: how our deploy workflow will change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Sample repo walkthrough  ·  LP-3818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7200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we're here</a:t>
            </a:r>
            <a:endParaRPr lang="en-US" sz="3200" dirty="0"/>
          </a:p>
        </p:txBody>
      </p:sp>
      <p:sp>
        <p:nvSpPr>
          <p:cNvPr id="3" name="why-card-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CCT onboarding is coming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We'll move our deployments to GitOps. This is a preview of what changes.</a:t>
            </a:r>
            <a:endParaRPr lang="en-US" sz="1400" dirty="0"/>
          </a:p>
        </p:txBody>
      </p:sp>
      <p:sp>
        <p:nvSpPr>
          <p:cNvPr id="8" name="why-card-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Focus: your daily work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How you promote, roll back and find out what's running where.</a:t>
            </a:r>
            <a:endParaRPr lang="en-US" sz="1400" dirty="0"/>
          </a:p>
        </p:txBody>
      </p:sp>
      <p:sp>
        <p:nvSpPr>
          <p:cNvPr id="13" name="why-card-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 only today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 cluster and no Argo CD yet. Just a sample repo and the flow.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deploy today</a:t>
            </a:r>
            <a:endParaRPr lang="en-US" sz="3200" dirty="0"/>
          </a:p>
        </p:txBody>
      </p:sp>
      <p:sp>
        <p:nvSpPr>
          <p:cNvPr id="3" name="today-0"/>
          <p:cNvSpPr/>
          <p:nvPr/>
        </p:nvSpPr>
        <p:spPr>
          <a:xfrm>
            <a:off x="45720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pushes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76272" y="2194560"/>
            <a:ext cx="4023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today-1"/>
          <p:cNvSpPr/>
          <p:nvPr/>
        </p:nvSpPr>
        <p:spPr>
          <a:xfrm>
            <a:off x="265176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Bitbucket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code repos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70832" y="2194560"/>
            <a:ext cx="4023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today-2"/>
          <p:cNvSpPr/>
          <p:nvPr/>
        </p:nvSpPr>
        <p:spPr>
          <a:xfrm>
            <a:off x="484632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9496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45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Jenkins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build · test · scan · image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65392" y="2194560"/>
            <a:ext cx="40233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oday-3"/>
          <p:cNvSpPr/>
          <p:nvPr/>
        </p:nvSpPr>
        <p:spPr>
          <a:xfrm>
            <a:off x="704088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45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OpenShift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 · e · aiplatform-b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67512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push</a:t>
            </a:r>
            <a:endParaRPr lang="en-US" sz="1100" dirty="0"/>
          </a:p>
        </p:txBody>
      </p:sp>
      <p:sp>
        <p:nvSpPr>
          <p:cNvPr id="27" name="today-caption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Jenkins builds the app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pushes the change to the cluster. CI is solid; only this last step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GitOps in one picture</a:t>
            </a:r>
            <a:endParaRPr lang="en-US" sz="3200" dirty="0"/>
          </a:p>
        </p:txBody>
      </p:sp>
      <p:sp>
        <p:nvSpPr>
          <p:cNvPr id="3" name="flow-0"/>
          <p:cNvSpPr/>
          <p:nvPr/>
        </p:nvSpPr>
        <p:spPr>
          <a:xfrm>
            <a:off x="457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Developer</a:t>
            </a:r>
            <a:endParaRPr lang="en-US" sz="1500" dirty="0"/>
          </a:p>
        </p:txBody>
      </p:sp>
      <p:sp>
        <p:nvSpPr>
          <p:cNvPr id="7" name="flow-1"/>
          <p:cNvSpPr/>
          <p:nvPr/>
        </p:nvSpPr>
        <p:spPr>
          <a:xfrm>
            <a:off x="21717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25831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463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717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Pull request</a:t>
            </a:r>
            <a:endParaRPr lang="en-US" sz="1500" dirty="0"/>
          </a:p>
        </p:txBody>
      </p:sp>
      <p:sp>
        <p:nvSpPr>
          <p:cNvPr id="11" name="flow-2"/>
          <p:cNvSpPr/>
          <p:nvPr/>
        </p:nvSpPr>
        <p:spPr>
          <a:xfrm>
            <a:off x="3886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86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</a:t>
            </a:r>
            <a:endParaRPr lang="en-US" sz="1500" dirty="0"/>
          </a:p>
        </p:txBody>
      </p:sp>
      <p:sp>
        <p:nvSpPr>
          <p:cNvPr id="15" name="flow-3"/>
          <p:cNvSpPr/>
          <p:nvPr/>
        </p:nvSpPr>
        <p:spPr>
          <a:xfrm>
            <a:off x="56007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60121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4630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007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Argo CD</a:t>
            </a:r>
            <a:endParaRPr lang="en-US" sz="1500" dirty="0"/>
          </a:p>
        </p:txBody>
      </p:sp>
      <p:sp>
        <p:nvSpPr>
          <p:cNvPr id="19" name="flow-4"/>
          <p:cNvSpPr/>
          <p:nvPr/>
        </p:nvSpPr>
        <p:spPr>
          <a:xfrm>
            <a:off x="7315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77266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630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OpenShift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1874520" y="1847088"/>
            <a:ext cx="256032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3584448" y="1847088"/>
            <a:ext cx="256032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294376" y="1847088"/>
            <a:ext cx="25603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6" name="Shape 19"/>
          <p:cNvSpPr/>
          <p:nvPr/>
        </p:nvSpPr>
        <p:spPr>
          <a:xfrm>
            <a:off x="7013448" y="1847088"/>
            <a:ext cx="25603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507492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watches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784848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applies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6042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5156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is the single source of truth for every environment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329184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336042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88620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is a pull request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780" y="3360420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72084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Argo CD keeps the cluster matching Git, continuously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sample repo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162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3749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aip-gitops-demo/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platform/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services.yaml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environments/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aiplatform-b/values.yaml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feature-slots/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aiplatform-a/slot.yaml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file-watcher/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workflow-manager/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genai-execution-service/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file-sender/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platform/services.yaml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version runs on which environment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environments/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Per-environment settings: r, e, aiplatform-b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feature-slots/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Temporary bookings of aiplatform-a for a feature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392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6941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deployment template per service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First draft, not the target design. Input for LP-3551.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Promote r → 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the Jenkins deploy job with the right version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record of what was promoted lives in Jenkins build logs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 changes one line in services.yaml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→ merge → Argo CD syncs 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310128"/>
            <a:ext cx="3566160" cy="1033272"/>
          </a:xfrm>
          <a:prstGeom prst="roundRect">
            <a:avLst>
              <a:gd name="adj" fmla="val 5310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38328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genai-execution-service: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r: 1.5.0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e: 1.4.2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e: 1.5.0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Feature slot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Ask around who is using aiplatform-a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 three services by hand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Remember to clean up afterwards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 adds slot.yaml: Jira item, versions, expiry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 to baseline when it expires or is released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2907792"/>
            <a:ext cx="3566160" cy="1435608"/>
          </a:xfrm>
          <a:prstGeom prst="roundRect">
            <a:avLst>
              <a:gd name="adj" fmla="val 3822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2980944"/>
            <a:ext cx="32918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jira: LAB-123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expires: 2026-11-15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file-watcher: 2.1.0-feat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workflow-manager: 3.0.0-feat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genai-execution-service: 1.6.0-feat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changed what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Dig through Jenkins build history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Ask on Teams who deployed what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log / git blame on services.yaml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line shows who, when and which PR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511296"/>
            <a:ext cx="3566160" cy="832104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 services.yaml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9f3c1e2 r: file-sender 2.3.1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7a1d0b8 r: workflow-manager 3.0.2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Rollback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 the last good build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Re-run the deploy job with the old version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Revert the bad PR, one click in Bitbucket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Argo CD restores the previous state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511296"/>
            <a:ext cx="3566160" cy="832104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 "e: genai-exec 1.5.0"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e: 1.5.0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e: 1.4.2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Manual change (drift)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MOCK ONLY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Someone runs oc edit or oc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Nobody else knows about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next deploy may or may not overwrite it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Argo CD compares the cluster with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Marks it OutOfSync, then reverts it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511296"/>
            <a:ext cx="3566160" cy="832104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     replicas: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 replicas: 5  (manual)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Argo CD: OutOfSync → back to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changes for you</a:t>
            </a:r>
            <a:endParaRPr lang="en-US" sz="3200" dirty="0"/>
          </a:p>
        </p:txBody>
      </p:sp>
      <p:sp>
        <p:nvSpPr>
          <p:cNvPr id="3" name="changes-0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You'll do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PRs to the config repo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environment changes</a:t>
            </a:r>
            <a:endParaRPr lang="en-US" sz="1400" dirty="0"/>
          </a:p>
        </p:txBody>
      </p:sp>
      <p:sp>
        <p:nvSpPr>
          <p:cNvPr id="8" name="changes-1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You'll stop doing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Running deploy jobs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Editing things on the cluster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Asking "what's on R?"</a:t>
            </a:r>
            <a:endParaRPr lang="en-US" sz="1400" dirty="0"/>
          </a:p>
        </p:txBody>
      </p:sp>
      <p:sp>
        <p:nvSpPr>
          <p:cNvPr id="13" name="changes-2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17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Stays the same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Your code repos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Jenkins CI: build, tests, scans, images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Open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Deliberately outside GitOps for now</a:t>
            </a:r>
            <a:endParaRPr lang="en-US" sz="1600" dirty="0"/>
          </a:p>
        </p:txBody>
      </p:sp>
      <p:sp>
        <p:nvSpPr>
          <p:cNvPr id="4" name="oq-0"/>
          <p:cNvSpPr/>
          <p:nvPr/>
        </p:nvSpPr>
        <p:spPr>
          <a:xfrm>
            <a:off x="45720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Handled as today. Never in Git in plain text.</a:t>
            </a:r>
            <a:endParaRPr lang="en-US" sz="1400" dirty="0"/>
          </a:p>
        </p:txBody>
      </p:sp>
      <p:sp>
        <p:nvSpPr>
          <p:cNvPr id="9" name="oq-1"/>
          <p:cNvSpPr/>
          <p:nvPr/>
        </p:nvSpPr>
        <p:spPr>
          <a:xfrm>
            <a:off x="329184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Kafka topics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Created and managed as today.</a:t>
            </a:r>
            <a:endParaRPr lang="en-US" sz="1400" dirty="0"/>
          </a:p>
        </p:txBody>
      </p:sp>
      <p:sp>
        <p:nvSpPr>
          <p:cNvPr id="14" name="oq-2"/>
          <p:cNvSpPr/>
          <p:nvPr/>
        </p:nvSpPr>
        <p:spPr>
          <a:xfrm>
            <a:off x="612648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DB migrations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Run as today, outside the sync.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Questions?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Feedback and questions go into LP-3818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7200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tOps Walkthrough">
  <a:themeElements>
    <a:clrScheme name="GitOps Walkthrough">
      <a:dk1>
        <a:srgbClr val="1B2430"/>
      </a:dk1>
      <a:lt1>
        <a:srgbClr val="FFFFFF"/>
      </a:lt1>
      <a:dk2>
        <a:srgbClr val="16202C"/>
      </a:dk2>
      <a:lt2>
        <a:srgbClr val="F1F3F6"/>
      </a:lt2>
      <a:accent1>
        <a:srgbClr val="EF7B2D"/>
      </a:accent1>
      <a:accent2>
        <a:srgbClr val="1F9E89"/>
      </a:accent2>
      <a:accent3>
        <a:srgbClr val="6B7685"/>
      </a:accent3>
      <a:accent4>
        <a:srgbClr val="3D5A80"/>
      </a:accent4>
      <a:accent5>
        <a:srgbClr val="E9C46A"/>
      </a:accent5>
      <a:accent6>
        <a:srgbClr val="C0392B"/>
      </a:accent6>
      <a:hlink>
        <a:srgbClr val="1F9E89"/>
      </a:hlink>
      <a:folHlink>
        <a:srgbClr val="6B7685"/>
      </a:folHlink>
    </a:clrScheme>
    <a:fontScheme name="GitOps Walkthroug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GitOps: how our deploy workflow will change</dc:title>
  <dc:subject>PptxGenJS Presentation</dc:subject>
  <dc:creator>PptxGenJS</dc:creator>
  <cp:lastModifiedBy>PptxGenJS</cp:lastModifiedBy>
  <cp:revision>1</cp:revision>
  <dcterms:created xsi:type="dcterms:W3CDTF">2026-10-19T15:07:59Z</dcterms:created>
  <dcterms:modified xsi:type="dcterms:W3CDTF">2026-10-19T15:07:59Z</dcterms:modified>
</cp:coreProperties>
</file>